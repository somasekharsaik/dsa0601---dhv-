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4" r:id="rId7"/>
    <p:sldId id="273" r:id="rId8"/>
    <p:sldId id="280" r:id="rId9"/>
    <p:sldId id="274" r:id="rId10"/>
    <p:sldId id="281" r:id="rId11"/>
    <p:sldId id="278" r:id="rId12"/>
    <p:sldId id="282" r:id="rId13"/>
    <p:sldId id="269" r:id="rId14"/>
    <p:sldId id="270" r:id="rId15"/>
    <p:sldId id="271" r:id="rId16"/>
    <p:sldId id="272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C4356E-39A2-4791-B21F-CFA31D1AD050}" v="29" dt="2026-08-28T05:03:15.74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60"/>
  </p:normalViewPr>
  <p:slideViewPr>
    <p:cSldViewPr>
      <p:cViewPr varScale="1">
        <p:scale>
          <a:sx n="78" d="100"/>
          <a:sy n="78" d="100"/>
        </p:scale>
        <p:origin x="1018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92300" y="345947"/>
            <a:ext cx="7243189" cy="1000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4534" y="1622333"/>
            <a:ext cx="10772775" cy="3225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0002" y="2463742"/>
            <a:ext cx="8631996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defRPr sz="2700" b="1">
                <a:solidFill>
                  <a:srgbClr val="234E82"/>
                </a:solidFill>
                <a:latin typeface="Arial"/>
              </a:defRPr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LOGISTICS NETWORK AND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PERFORMANCE VISUALIZATION PLATFORM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8893" y="4800600"/>
            <a:ext cx="4339308" cy="12849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10" dirty="0">
                <a:latin typeface="Times New Roman"/>
                <a:cs typeface="Times New Roman"/>
              </a:rPr>
              <a:t>Presented</a:t>
            </a:r>
            <a:r>
              <a:rPr sz="2700" b="1" spc="-120" dirty="0">
                <a:latin typeface="Times New Roman"/>
                <a:cs typeface="Times New Roman"/>
              </a:rPr>
              <a:t> </a:t>
            </a:r>
            <a:r>
              <a:rPr sz="2700" b="1" spc="-25" dirty="0">
                <a:latin typeface="Times New Roman"/>
                <a:cs typeface="Times New Roman"/>
              </a:rPr>
              <a:t>by:</a:t>
            </a:r>
            <a:br>
              <a:rPr lang="en-US" sz="2700" b="1" spc="-25" dirty="0">
                <a:latin typeface="Times New Roman"/>
                <a:cs typeface="Times New Roman"/>
              </a:rPr>
            </a:br>
            <a:r>
              <a:rPr lang="en-US" spc="-25" dirty="0">
                <a:latin typeface="Times New Roman"/>
                <a:cs typeface="Times New Roman"/>
              </a:rPr>
              <a:t>K.SAISOMASEKHAR REDDY(192324134)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25" dirty="0">
                <a:latin typeface="Times New Roman"/>
                <a:cs typeface="Times New Roman"/>
              </a:rPr>
              <a:t>K.KIRAN(192324205)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25" dirty="0">
                <a:latin typeface="Times New Roman"/>
                <a:cs typeface="Times New Roman"/>
              </a:rPr>
              <a:t>C.REVI THIMMA REDDY(192325025)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235" y="459105"/>
            <a:ext cx="5514964" cy="11959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67398" y="409903"/>
            <a:ext cx="6324601" cy="11845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0A7ADB-C0F6-FC49-052F-A20F818D14C9}"/>
              </a:ext>
            </a:extLst>
          </p:cNvPr>
          <p:cNvSpPr txBox="1"/>
          <p:nvPr/>
        </p:nvSpPr>
        <p:spPr>
          <a:xfrm>
            <a:off x="8153400" y="4968594"/>
            <a:ext cx="381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:</a:t>
            </a:r>
          </a:p>
          <a:p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S.SENTHILVADIVU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512A85-AECA-62D6-387E-E7DC18905145}"/>
              </a:ext>
            </a:extLst>
          </p:cNvPr>
          <p:cNvSpPr txBox="1"/>
          <p:nvPr/>
        </p:nvSpPr>
        <p:spPr>
          <a:xfrm>
            <a:off x="1524000" y="1855429"/>
            <a:ext cx="10286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DSA0601 – DATAHANDLING AND VISUALIZATION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1" cy="13428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1" cy="13428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C0F488-8D0B-1117-8EE1-64337181339E}"/>
              </a:ext>
            </a:extLst>
          </p:cNvPr>
          <p:cNvSpPr txBox="1"/>
          <p:nvPr/>
        </p:nvSpPr>
        <p:spPr>
          <a:xfrm>
            <a:off x="609600" y="1828800"/>
            <a:ext cx="11201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Supply Chain Logistics Network and Delivery Performance Visualization Platform is designed to monitor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complete movement of goods from suppliers to customers.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collects and integrates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logistics data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shipment status, delivery time, transportation routes, order details, and warehouse information.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and visualizations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track key performance indicators such as on-time delivery rate, delays, transportation efficiency, and order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fulfillment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helps identify delivery delays, inefficient routes, bottlenecks, and high-risk logistics areas, enabling organizations to make data-driven decisions.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improves supply chain visibility, operational efficiency, delivery performance, and customer satisfaction through real-time monitoring and analytics.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899" rIns="0" bIns="0" rtlCol="0">
            <a:spAutoFit/>
          </a:bodyPr>
          <a:lstStyle/>
          <a:p>
            <a:pPr marL="1536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1" cy="13428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1" cy="13428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E9533C-C897-59F4-3739-D2C5C4E040C9}"/>
              </a:ext>
            </a:extLst>
          </p:cNvPr>
          <p:cNvSpPr txBox="1"/>
          <p:nvPr/>
        </p:nvSpPr>
        <p:spPr>
          <a:xfrm>
            <a:off x="1066800" y="1752600"/>
            <a:ext cx="10058400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logistics involves the movement of goods from suppliers to customers through various transportation and storage stages.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logistics management is essential for reducing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delays, transportation costs, and operational problems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platform uses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and analytics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monitor supply chain activities and delivery performance.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help users easily understand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orders, shipment status, delivery times, routes, and delays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1" cy="13428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1" cy="1342896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980253"/>
              </p:ext>
            </p:extLst>
          </p:nvPr>
        </p:nvGraphicFramePr>
        <p:xfrm>
          <a:off x="533399" y="1659590"/>
          <a:ext cx="11125201" cy="5218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3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3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3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38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4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AUTHOR NAME</a:t>
                      </a:r>
                      <a:endParaRPr lang="en-IN" dirty="0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YEAR OF PUBLISHED</a:t>
                      </a:r>
                      <a:endParaRPr lang="en-IN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TITLE OF THE PAPER</a:t>
                      </a:r>
                      <a:endParaRPr lang="en-IN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ABOUT</a:t>
                      </a:r>
                      <a:endParaRPr lang="en-IN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67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H. Min et al.</a:t>
                      </a:r>
                      <a:endParaRPr lang="en-IN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2023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Supply Chain Management and Logistics: A Review</a:t>
                      </a:r>
                      <a:endParaRPr lang="en-IN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Explains modern supply chain management and the importance of efficient logistics and transportation.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8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S. Chopra et al.</a:t>
                      </a:r>
                      <a:endParaRPr lang="en-IN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 Analytics in Supply Chain Management</a:t>
                      </a:r>
                      <a:endParaRPr lang="en-IN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Uses data analytics to monitor supply chain activities and improve operational decision-making.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9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P. Raj et al.</a:t>
                      </a:r>
                      <a:endParaRPr lang="en-IN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2</a:t>
                      </a:r>
                      <a:r>
                        <a:rPr lang="en-IN" b="1" dirty="0"/>
                        <a:t>025</a:t>
                      </a:r>
                      <a:endParaRPr lang="en-IN" dirty="0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Data Visualization for Supply Chain Performance Analysis</a:t>
                      </a:r>
                      <a:endParaRPr lang="en-IN" dirty="0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Uses interactive dashboards and visualization techniques to </a:t>
                      </a:r>
                      <a:r>
                        <a:rPr lang="en-IN" dirty="0" err="1"/>
                        <a:t>analyze</a:t>
                      </a:r>
                      <a:r>
                        <a:rPr lang="en-IN" dirty="0"/>
                        <a:t> delivery performance and identify logistics problems.</a:t>
                      </a: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099" rIns="0" bIns="0" rtlCol="0">
            <a:spAutoFit/>
          </a:bodyPr>
          <a:lstStyle/>
          <a:p>
            <a:pPr marL="21463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1" cy="13428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1" cy="1342896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830FDEE-BB36-D7AD-1700-2C2ACCF65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52" y="1828800"/>
            <a:ext cx="11834647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monitor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and logistics network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efficiently and maintain better visibility of transportation and delivery activities.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shipment and delivery status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dispatch to the final destination and ensure timely delivery of products.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performance using dashboards and charts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easy understanding and analysis of logistics data.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delays, bottlenecks, and inefficient routes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take suitable actions to improve transportation efficiency.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099" rIns="0" bIns="0" rtlCol="0">
            <a:spAutoFit/>
          </a:bodyPr>
          <a:lstStyle/>
          <a:p>
            <a:pPr marL="22225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MODULES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1" cy="13428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1" cy="13428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C4D27E-BB26-381A-0DF5-FDFCB3EF94E9}"/>
              </a:ext>
            </a:extLst>
          </p:cNvPr>
          <p:cNvSpPr txBox="1"/>
          <p:nvPr/>
        </p:nvSpPr>
        <p:spPr>
          <a:xfrm>
            <a:off x="1676400" y="2590800"/>
            <a:ext cx="9448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00000"/>
              </a:lnSpc>
              <a:buAutoNum type="arabicPeriod"/>
            </a:pPr>
            <a:r>
              <a:rPr lang="en-IN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Logistics Data Integration &amp; Route Mapping Module</a:t>
            </a:r>
            <a:br>
              <a:rPr lang="en-IN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endParaRPr lang="en-IN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IN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Delivery Time Distribution &amp; On-Time Performance Module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endParaRPr lang="en-IN" sz="2400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IN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Supply Network Association &amp; Bottleneck Visualization Module</a:t>
            </a:r>
            <a:endParaRPr lang="en-IN" sz="2200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1D037-FA51-54DA-FE4F-F9FB5D5AD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80286"/>
            <a:ext cx="8458200" cy="1723549"/>
          </a:xfrm>
        </p:spPr>
        <p:txBody>
          <a:bodyPr/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Module-1: </a:t>
            </a:r>
            <a:r>
              <a:rPr lang="en-IN" sz="2800" dirty="0"/>
              <a:t>Logistics Data Integration &amp; Route Mapping Module</a:t>
            </a:r>
            <a:br>
              <a:rPr lang="en-IN" sz="2800" dirty="0"/>
            </a:br>
            <a:br>
              <a:rPr lang="en-IN" sz="2800" dirty="0"/>
            </a:br>
            <a:endParaRPr lang="en-IN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6BC07-22E3-784E-BE40-E53DE18D0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6632" y="2012095"/>
            <a:ext cx="10807266" cy="4365619"/>
          </a:xfrm>
        </p:spPr>
        <p:txBody>
          <a:bodyPr/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Collects shipment, vehicle, warehouse, and customer data in one centralized platform for easy monitoring and analysis.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Integrates logistics data from multiple sources to provide complete and accurate supply chain information.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Displays source, destination, and delivery routes clearly using interactive maps.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Helps identify shortest and efficient routes to reduce travel distance and delivery time.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Monitors shipment and vehicle locations during transportation for better visibility.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78CB876-BAF4-25FE-B105-E4E82C8CED4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1" cy="1342896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95C8384C-3174-2371-220E-6DC51AF738B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1" cy="134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074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A0865-B5EF-451F-E5B8-81B8ED165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2C6AF-4137-28B2-F5A0-A588DD1B6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5507" y="672765"/>
            <a:ext cx="8458200" cy="861774"/>
          </a:xfrm>
        </p:spPr>
        <p:txBody>
          <a:bodyPr/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813C590-2CBA-5ADC-09C7-DE38BCD239F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1" cy="1342896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CCEE545F-B76D-4023-A835-4A7762F9A07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1" cy="1342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7B11BC-51B9-5A95-F743-3BDC258C1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933" y="1905000"/>
            <a:ext cx="905327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705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50320-74A7-02A8-CD81-77D76989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304801"/>
            <a:ext cx="8610600" cy="1969770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Module-2: </a:t>
            </a:r>
            <a:r>
              <a:rPr lang="en-IN" sz="3200" dirty="0"/>
              <a:t>Delivery Time Distribution &amp; On-Time Performance Module</a:t>
            </a:r>
            <a:br>
              <a:rPr lang="en-IN" sz="3200" dirty="0"/>
            </a:br>
            <a:br>
              <a:rPr lang="en-IN" sz="3200" dirty="0"/>
            </a:br>
            <a:endParaRPr lang="en-IN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4C188-D7D3-8852-23D7-3EE23F2A1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10607755" cy="4495800"/>
          </a:xfrm>
        </p:spPr>
        <p:txBody>
          <a:bodyPr/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Records and compares planned and actual delivery times for every shipment.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Classifies deliveries as early, on-time, or delayed for easy performance analysis.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Calculates the on-time delivery percentage to measure delivery efficiency.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Uses charts and graphs to clearly display delivery time and performance data.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Identifies frequent delays and delivery patterns across different shipments and routes.</a:t>
            </a:r>
          </a:p>
          <a:p>
            <a:pPr marL="342900" lvl="0" indent="-34290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Supports better delivery planning and scheduling to improve customer satisfaction.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4B4812E-BA91-C73C-5DAC-7C207B0446A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049" y="66952"/>
            <a:ext cx="861848" cy="95135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7356516A-0711-6AED-51F3-B71FD5C3D96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44200" y="166752"/>
            <a:ext cx="14478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933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24C74-0865-6CFB-CB48-CDB6E6326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0460B-B152-989E-783C-05B28A81A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748" y="515591"/>
            <a:ext cx="8610600" cy="984885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DF7DA63-42E5-0046-A235-6603FDC161E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049" y="66952"/>
            <a:ext cx="861848" cy="95135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C9942CCC-3ABA-C8BB-9FC2-AF02924E1B4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44200" y="166752"/>
            <a:ext cx="1447800" cy="1066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82D0B8-A000-EAF6-0A0E-4DD05D1CC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448" y="1676400"/>
            <a:ext cx="9969103" cy="449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701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8A80E-425E-C993-6194-86E397A84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C5087-4AB1-697B-CB2B-AF2461504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304801"/>
            <a:ext cx="7772400" cy="2154436"/>
          </a:xfrm>
        </p:spPr>
        <p:txBody>
          <a:bodyPr/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Module-3 </a:t>
            </a:r>
            <a:r>
              <a:rPr lang="en-IN" sz="2800" dirty="0"/>
              <a:t>Supply Network Association &amp; Bottleneck Visualization Module</a:t>
            </a:r>
            <a:br>
              <a:rPr lang="en-IN" sz="2800" dirty="0"/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/>
            </a:br>
            <a:endParaRPr lang="en-IN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5FC80-047D-6E0A-C8CB-A3C894252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973" y="1905000"/>
            <a:ext cx="10983757" cy="3811621"/>
          </a:xfrm>
        </p:spPr>
        <p:txBody>
          <a:bodyPr/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Shows connections between suppliers, warehouses, transport points, and customers in the supply network.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Provides a clear visualization of the complete flow of goods across different locations.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Identifies bottlenecks and slow-moving points that affect supply chain performance.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Detects locations responsible for delays, congestion, and operational problems.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Uses network diagrams and visual charts to make complex supply relationships easier to understand.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D605CE0-348B-BE92-0D5B-FFE6615EEDE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049" y="66952"/>
            <a:ext cx="861848" cy="95135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3ECD9F15-8859-CAFC-2104-F653A2546CA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44200" y="166752"/>
            <a:ext cx="14478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32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0BCB4-4BF7-4D1F-DE45-FAEAFFE56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D38D-C08E-F4B2-8983-18337546A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304801"/>
            <a:ext cx="7772400" cy="553998"/>
          </a:xfrm>
        </p:spPr>
        <p:txBody>
          <a:bodyPr/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36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D94B38E-1B4B-1D44-46AD-9C0EAF794A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049" y="66952"/>
            <a:ext cx="861848" cy="95135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98ABB9A-9E0C-4BB3-BD11-993B10F21D5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44200" y="166752"/>
            <a:ext cx="1447800" cy="1066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FE2282-F945-4D92-E9CC-0010EDEDC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1371600"/>
            <a:ext cx="9753600" cy="497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271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2300" y="345947"/>
            <a:ext cx="7243189" cy="766876"/>
          </a:xfrm>
          <a:prstGeom prst="rect">
            <a:avLst/>
          </a:prstGeom>
        </p:spPr>
        <p:txBody>
          <a:bodyPr vert="horz" wrap="square" lIns="0" tIns="88899" rIns="0" bIns="0" rtlCol="0">
            <a:spAutoFit/>
          </a:bodyPr>
          <a:lstStyle/>
          <a:p>
            <a:pPr marL="1384300">
              <a:lnSpc>
                <a:spcPct val="100000"/>
              </a:lnSpc>
              <a:spcBef>
                <a:spcPts val="100"/>
              </a:spcBef>
            </a:pPr>
            <a:r>
              <a:rPr lang="en-US" spc="-30" dirty="0"/>
              <a:t>FUTURE SCOPE</a:t>
            </a:r>
            <a:endParaRPr spc="-3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1" cy="13428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1" cy="13428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57352" y="1752600"/>
            <a:ext cx="11453648" cy="4545603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Integration of </a:t>
            </a:r>
            <a:r>
              <a:rPr lang="en-IN" sz="2400" b="1" dirty="0"/>
              <a:t>AI and Machine Learning</a:t>
            </a:r>
            <a:r>
              <a:rPr lang="en-IN" sz="2400" dirty="0"/>
              <a:t> can help predict delivery times, identify possible delays, and improve logistics planning.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Use of </a:t>
            </a:r>
            <a:r>
              <a:rPr lang="en-IN" sz="2400" b="1" dirty="0"/>
              <a:t>IoT and GPS technology</a:t>
            </a:r>
            <a:r>
              <a:rPr lang="en-IN" sz="2400" dirty="0"/>
              <a:t> can provide real-time shipment tracking and accurate information about vehicle and product locations.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Development of </a:t>
            </a:r>
            <a:r>
              <a:rPr lang="en-IN" sz="2400" b="1" dirty="0"/>
              <a:t>mobile applications</a:t>
            </a:r>
            <a:r>
              <a:rPr lang="en-IN" sz="2400" dirty="0"/>
              <a:t> can allow managers, delivery staff, and customers to access shipment information easily from anywhere.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Addition of </a:t>
            </a:r>
            <a:r>
              <a:rPr lang="en-IN" sz="2400" b="1" dirty="0"/>
              <a:t>automated alerts</a:t>
            </a:r>
            <a:r>
              <a:rPr lang="en-IN" sz="2400" dirty="0"/>
              <a:t> can notify users about shipment delays, route changes, and other important delivery issues.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099" rIns="0" bIns="0" rtlCol="0">
            <a:spAutoFit/>
          </a:bodyPr>
          <a:lstStyle/>
          <a:p>
            <a:pPr marL="18415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1" cy="13428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1" cy="1342896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3E13F3E-EF63-8E59-AD19-9422636EE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52" y="1752600"/>
            <a:ext cx="11477295" cy="4455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The platform provides better </a:t>
            </a:r>
            <a:r>
              <a:rPr lang="en-IN" sz="2400" b="1" dirty="0"/>
              <a:t>visibility of supply chain operations</a:t>
            </a:r>
            <a:r>
              <a:rPr lang="en-IN" sz="2400" dirty="0"/>
              <a:t> by bringing important logistics and delivery information into one system.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It helps monitor </a:t>
            </a:r>
            <a:r>
              <a:rPr lang="en-IN" sz="2400" b="1" dirty="0"/>
              <a:t>shipment and delivery performance</a:t>
            </a:r>
            <a:r>
              <a:rPr lang="en-IN" sz="2400" dirty="0"/>
              <a:t> and allows users to track the progress of products throughout the delivery process.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Visual dashboards and charts</a:t>
            </a:r>
            <a:r>
              <a:rPr lang="en-IN" sz="2400" dirty="0"/>
              <a:t> make complex logistics data easier to understand and help users </a:t>
            </a:r>
            <a:r>
              <a:rPr lang="en-IN" sz="2400" dirty="0" err="1"/>
              <a:t>analyze</a:t>
            </a:r>
            <a:r>
              <a:rPr lang="en-IN" sz="2400" dirty="0"/>
              <a:t> important performance information.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Overall, the platform improves </a:t>
            </a:r>
            <a:r>
              <a:rPr lang="en-IN" sz="2400" b="1" dirty="0"/>
              <a:t>efficiency, decision-making, and delivery performance</a:t>
            </a:r>
            <a:r>
              <a:rPr lang="en-IN" sz="2400" dirty="0"/>
              <a:t> while supporting better service and customer satisfaction.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099" rIns="0" bIns="0" rtlCol="0">
            <a:spAutoFit/>
          </a:bodyPr>
          <a:lstStyle/>
          <a:p>
            <a:pPr marL="1917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1" cy="13428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1" cy="1342896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A955ECC7-89A2-47D8-A8F1-073F2F3B3A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57352" y="1931407"/>
            <a:ext cx="11059948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Tang, Y. &amp; Zha, C. (2026) – </a:t>
            </a:r>
            <a:r>
              <a:rPr lang="en-IN" sz="2400" i="1" dirty="0"/>
              <a:t>Application of Internet of Things (IoT) and Machine Learning (ML) in Intelligent Logistics Supply Chain</a:t>
            </a:r>
            <a:r>
              <a:rPr lang="en-IN" sz="2400" dirty="0"/>
              <a:t>. Discover Internet of Things.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Wang, J., Lim, M. K. &amp; Liu, W. (2024) – </a:t>
            </a:r>
            <a:r>
              <a:rPr lang="en-IN" sz="2400" i="1" dirty="0"/>
              <a:t>Promoting Intelligent IoT-Driven Logistics Through Integrating Dynamic Demand and Sustainable Logistics Operations</a:t>
            </a:r>
            <a:r>
              <a:rPr lang="en-IN" sz="2400" dirty="0"/>
              <a:t>. Transportation Research Part E: Logistics and Transportation Review.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Xie, L., Liu, J. &amp; Wang, W. (2024) – </a:t>
            </a:r>
            <a:r>
              <a:rPr lang="en-IN" sz="2400" i="1" dirty="0"/>
              <a:t>Predicting Sales and Cross-Border E-Commerce Supply Chain Management Using Artificial Neural Networks and the Capuchin Search Algorithm</a:t>
            </a:r>
            <a:r>
              <a:rPr lang="en-IN" sz="2400" dirty="0"/>
              <a:t>. Scientific Reports, 14, 13297.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0400" y="2483992"/>
            <a:ext cx="46069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THANK</a:t>
            </a:r>
            <a:r>
              <a:rPr sz="5400" spc="-275" dirty="0"/>
              <a:t> </a:t>
            </a:r>
            <a:r>
              <a:rPr sz="5400" dirty="0"/>
              <a:t>YOU</a:t>
            </a:r>
            <a:r>
              <a:rPr sz="5400" spc="-100" dirty="0"/>
              <a:t> </a:t>
            </a:r>
            <a:r>
              <a:rPr sz="5400" spc="-50" dirty="0"/>
              <a:t>!</a:t>
            </a:r>
            <a:endParaRPr sz="5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</TotalTime>
  <Words>984</Words>
  <Application>Microsoft Office PowerPoint</Application>
  <PresentationFormat>Widescreen</PresentationFormat>
  <Paragraphs>82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Times New Roman</vt:lpstr>
      <vt:lpstr>Wingdings</vt:lpstr>
      <vt:lpstr>Office Theme</vt:lpstr>
      <vt:lpstr>SUPPLY CHAIN LOGISTICS NETWORK AND DELIVERY PERFORMANCE VISUALIZATION PLATFORM</vt:lpstr>
      <vt:lpstr>ABSTRACT</vt:lpstr>
      <vt:lpstr>INTRODUCTION</vt:lpstr>
      <vt:lpstr>LITERATURE SURVEY</vt:lpstr>
      <vt:lpstr>OBJECTIVES</vt:lpstr>
      <vt:lpstr>MODULES</vt:lpstr>
      <vt:lpstr>Module-1: Logistics Data Integration &amp; Route Mapping Module  </vt:lpstr>
      <vt:lpstr>OUTPUT </vt:lpstr>
      <vt:lpstr>Module-2: Delivery Time Distribution &amp; On-Time Performance Module  </vt:lpstr>
      <vt:lpstr>OUTPUT </vt:lpstr>
      <vt:lpstr>Module-3 Supply Network Association &amp; Bottleneck Visualization Module   </vt:lpstr>
      <vt:lpstr>OUTPUT</vt:lpstr>
      <vt:lpstr>FUTURE SCOPE</vt:lpstr>
      <vt:lpstr>CONCLUSION</vt:lpstr>
      <vt:lpstr>REFERENCES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5G and 6G Final PPT.pptx</dc:title>
  <dc:creator>mulas</dc:creator>
  <cp:lastModifiedBy>sai soma</cp:lastModifiedBy>
  <cp:revision>11</cp:revision>
  <dcterms:created xsi:type="dcterms:W3CDTF">2026-02-05T07:10:43Z</dcterms:created>
  <dcterms:modified xsi:type="dcterms:W3CDTF">2026-08-28T05:22:43Z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2026-02-05T00:00:00Z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2026-02-05T00:00:00Z</vt:filetime>
  </property>
</Properties>
</file>